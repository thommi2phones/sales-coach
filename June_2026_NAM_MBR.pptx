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MIT #1 Restart the dial engine — TOTAL FAIL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The #1 fix was ≥15 dials/day. Calls went 39 → 0 — the wrong direction, against ~22 Call Prep blocks Reclaim scheduled. The block-to-dial gap went from partial (May) to total (June).
</a:t>
            </a:r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MIT #2 MEDDICC breadth on every $10k+ deal — FAIL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Every $10k+ deal that reached a close closed LOST: Unilever $40k, AdRoll $13k, AMN $12k, Celebrands $12k. The Scotiabank motion did not reach the big pipe.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Both lines looked healthy — but on breadth (11 wins ≤$4.9k), one carryover (AMBSE $10k), inbound demos and expansion, not the two committed fixes.
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structure held; the execution didn't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~22 Call Prep blocks on the calendar, 0 dials inside them. Scheduling the intention is not making the call — proven a second, more complete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didn't fix May's gap — it papered over it with volume and expansion. A green revenue number is hiding a stone-cold outbound engine and a $10k+ pipe leaking out the bottom.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 Q3 revenue risk, not a recovery.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1148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1148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Calls went to ZERO — 39 → 0.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Call Prep blocks, 0 dials. The #1 MIT moved backward.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Every $10k+ deal closed LOST — Unilever $40k, AdRoll $13k, AMN $12k, Celebrands $12k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Stale deals still dying at 300+ days — day-60 disqualification not enforced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Self-generated pipe near zero — contacts halved (90); no outbound floor under the number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11480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($40k, created 8/2025):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~10-month stale death the day-60 rule was meant to prevent.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AMN ($12k):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as live pipe for months, never got an EB — the DTCC lesson, repeated.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bill: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months off the phones is invisible in June's revenue but is the Q3 pipeline risk.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Losses — Anatomy of the 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deal ≥$10k that closed in June closed lost — Unilever $40k, AdRoll $13k, AMN $12k, Celebrands $12k. The inverse of May's Scotiabank win. The same lesson, third month.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3703320" cy="44805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45720" cy="448056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Unilever Prestige ($40k) — created 8/2025, ~10-month cycle that never had a real next step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AdRoll ($13k) — created 6/2025, another ~12-month zombie that died loud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AMN ($12k) — named in the April pipeline, sat as live pipe for months with no EB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Celebrands ($12k) — entered and died in ~10 days, never qualified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51960" y="1554480"/>
            <a:ext cx="3703320" cy="44805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554480"/>
            <a:ext cx="45720" cy="4480560"/>
          </a:xfrm>
          <a:prstGeom prst="rect">
            <a:avLst/>
          </a:prstGeom>
          <a:solidFill>
            <a:srgbClr val="FDCB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 DIED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201168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EB / technical multi-thread — the motion that saved Scotiabank never ran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Day-60 disqualification not enforced — zombies inflated pipe, then imploded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Email-only follow-up on $10k+ deals — email doesn't advance or save the big deals
</a:t>
            </a:r>
            <a:pPr indent="0" marL="0">
              <a:buNone/>
            </a:pPr>
            <a:r>
              <a:rPr lang="en-US" sz="10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rep was reacting to inbound, not driving the late-stage motion on the big pipe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703320" cy="44805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554480"/>
            <a:ext cx="45720" cy="448056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REPLICABLE FIX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EB engaged before pricing on every $10k+ deal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Prep brief + technical multi-thread — the Scotiabank standard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Security/legal docs pushed early; day-60 disqualification swept every Friday
</a:t>
            </a:r>
            <a:pPr indent="0" marL="0">
              <a:buNone/>
            </a:pPr>
            <a:r>
              <a:rPr lang="en-US" sz="10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standard for Upwork, RLE, Shubert, TaxAct, BlueDoor — July's $10k+ pipe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2026 — The Recovery, and the Catch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5262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→ 90 → 89 → 103 → 54 → 96.  The pipe-gen arc recovered.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0936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</a:t>
            </a:r>
            <a:endParaRPr lang="en-US" sz="11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4592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309360" y="288036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→ 86 → 87.  Two straight months near quota — but calls: 280 → 39 → 0.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65760" y="502920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5120640"/>
            <a:ext cx="11155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pattern: </a:t>
            </a:r>
            <a:pPr indent="0" marL="0">
              <a:buNone/>
            </a:pPr>
            <a:r>
              <a:rPr lang="en-US" sz="14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headline lines are green — revenue held, pipe-gen recovered. But the calls line (280 → 39 → 0) kept breaking, and every $10k+ close was a loss. 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scorecard is green; the engine underneath is cold.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~$93k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deals · every $10k+ lost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−$52k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pipe), Celebrands ($12k, died in ~10d)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(May MIT) never reached them. No EB; Celebrands died unqualified.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lesson, three months old: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pipe converts only when the full MEDDICC/EB/security motion runs on it (Scotiabank $35k), and it dies when it doesn't (Unilever, AdRoll, AMN, Celebrands).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job: give every $10k+ deal the Scotiabank treatment.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5669280" cy="45720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71600"/>
            <a:ext cx="73152" cy="457200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2763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16459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PHONES ON — MEASURED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5166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Dials have been cold two months (39 → 0). The Call Prep block clearly isn't enough — pair every block with a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≥15 logged-dial/day target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same-day dial count, and a weekly 1:1 accountability check. 300+ dials for July. This is now non-negotiable and escalated.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MIT — June hit the number on inbound while the outbound engine stayed stone cold. July refuses that.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5669280" cy="45720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371600"/>
            <a:ext cx="73152" cy="457200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600200"/>
            <a:ext cx="731520" cy="73152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62763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406640" y="16459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$10k+ PIPE — STOP LIVING ON &lt;$5k BREADTH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2560320"/>
            <a:ext cx="5166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hit 87% on 11 small deals + one carryover while every $10k+ deal died. Run the full Scotiabank-style MEDDICC/EB/security motion across Upwork, RLE, Shubert, TaxAct, BlueDoor. Enforce day-60 disqualification (the Unilever/AdRoll lesson).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proved I can hit the number on breadth. July must prove I can close big deals again — quality and self-generated volume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Funnel Math — Top-Down Derivation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INPUTS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303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quota: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$46,750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(unchanged)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4× pipeline goal: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Plan target: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$200,000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(+7% buffer)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ACV baseline: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$11,000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(6-mo avg) — but June's actual win ACV was ~$3.4k; the gap IS the coaching point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BACKED-OUT TARGETS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Deals needed: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($200k ÷ $11k)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Booked meetings: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Contacts enrolled: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(June halved to 90 — push back up)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Calls: </a:t>
            </a:r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explicit fix for the June miss (0 → 300)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BASELINE → JULY TARGET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91640"/>
          <a:ext cx="53035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logged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zero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~flat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· larger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 generated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66344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 is calls. June's 0 is the number to fix; everything else follows from putting dials back inside the ~22 Call Prep blocks that already exist and go unused.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proved volume. May proved conversion. June proved breadth+inbound. </a:t>
            </a:r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proves the outbound floor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dial engine back on, with Scotiabank-grade MEDDICC behind every $10k+ deal.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Daily Activity Targets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working days in July (Jul 1–31; Jul 3 holiday for July 4 observed). The June lesson: a block on the calendar is not a dial made — zero dials on 22 blocks proves the block alone does nothing. July counts dials, not blocks.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75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280160"/>
                <a:gridCol w="1463040"/>
                <a:gridCol w="4617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(avg)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(22d)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June miss (0). Logged inside Call Prep blocks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 enrolled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Email-verified before enroll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 (cadence)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~46/day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 queue worked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touches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connect + 3 InMail + 3 comments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Net-new accounts worked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~3-4/day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 list-build to put an outbound floor 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Booked meetings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closing +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Net-new deals created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~4-5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Fewer, larger · $11k+ ACV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"no exceptions" line: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logged dials on every working day.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had the blocks (~22 Call Prep) and made 0 dials. The metric that matters is calls logged, not calendar coverage — zero is not an option.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the Activities — Dials Inside the Blocks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Reclaim blocks already exist and held all June. The July change is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inside the block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Call Prep block ends with dials logged in HubSpot, counted same-day, reviewed weekly in the 1:1. In July the dial count is the contract.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list build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20 net-new accounts to put an outbound floor under the inbound number: ZoomInfo + intent + 2025 closed-lost rework.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76148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enrollment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30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0358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contacts/day · verify email before enroll (June halved to 90).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32841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+ dials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60273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 emails + ≥15 dials due today — LOGGED. The dials are the part that hit zero in June.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89534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block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midday · 20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16966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connect + 3 InMail + 3 comments on target-account posts.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46227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Mid-funnel block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60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73659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Scotiabank-style motion on every $10k+ deal: EB, technical multi-thread, security docs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0292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303520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 — every deal 60+ days with no next step (Unilever/AdRoll rule). Update MEDDICC card on every Stage 2+ deal.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55961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Closed-lost rework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· 45 min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87044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accounts/wk from 2025 closed-lost · restart with MCP/AI angle.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True Pipeline — ~$110k Open (July-Close)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75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1280160"/>
                <a:gridCol w="2011680"/>
                <a:gridCol w="1280160"/>
                <a:gridCol w="2606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Shubert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JSON/API | $12k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~$43,500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5074920"/>
            <a:ext cx="11475720" cy="50292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512064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(re-date or disqualify):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5715000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Upwork (Agreement) is the closest to a lock — but there is no Scotiabank-sized anchor. July is a portfolio of $7–20k deals; that's why MEDDICC breadth is the MIT — depth on one deal won't carry the month.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7315200" cy="50292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(HIGH-CONFIDENCE)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Upwork — $10.5k (70%)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 Agreement, moving through legal/DPA — strongest close signal (Gmail thread through 6/29)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HubSpot — $2.45k (35%)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MCP expansion, Qualified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DEALS (THE MONTH IS MADE HERE)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6949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US Soccer ($40k) — overdue since 5/28, must re-date or disqualify by 7/11.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single swing.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RLE ($20k) — new POV, main swing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value narrative + ROI on the POV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Shubert ($12k)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EB conversation before pricing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TaxAct ($10k)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multi-thread / champion test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WestGate ($7.5k)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POV expansion · quantify value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BlueDoor ($10k)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overdue · quantify pain or disqualify by day-60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394960"/>
            <a:ext cx="6949440" cy="777240"/>
          </a:xfrm>
          <a:prstGeom prst="roundRect">
            <a:avLst>
              <a:gd name="adj" fmla="val 941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449824"/>
            <a:ext cx="667512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at ~$0 closed with no Scotiabank-sized lock. Coverage is a portfolio of mid-size deals — converts only if MEDDICC runs on all of them. And the dials must finally come back, or a green June hides a cold-outbound Q3.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/ OPEN PIPELINE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46720" y="1783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Quota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0" y="17830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$46,750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(MTD)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0" y="22402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 (Jul)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0" y="26974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~$110,000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0" y="3154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Open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0" y="31546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~$43,500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46720" y="3611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Open Deals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0" y="36118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0" y="4069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vs Quota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0" y="40690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~0.93×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46720" y="466344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pipe covers quota only ~0.93× — a thinner, more concentrated cushion than a month ago, and no anchor. Every $10k+ deal matters; none can be left without the MEDDICC motion.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— Proven on Scotiabank, Missing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6187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 proved MEDDICC converts flagship deals. June forgot it —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died stale, unqualified, or without an EB. The July job is breadth: run the exact Scotiabank motion on every $10k+ deal, not just whatever inbound sends.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48840"/>
            <a:ext cx="45720" cy="3840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WON SCOTIABANK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conomic Buyer — engaged + decision path live through signature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multi-thread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engineering org, not just champion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 Process — security/DR docs early, confirmed received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brief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technical call — objections anticipated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2148840"/>
            <a:ext cx="45720" cy="3840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LOST JUNE'S $10k+ DEALS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EB motion ran (AMN — sat live for months)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~10–12 month stale deaths, no next step (Unilever, AdRoll)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Died unqualified in ~10 days (Celebrands)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disqualification rule not enforced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148840"/>
            <a:ext cx="45720" cy="384048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OPERATING RHYTHM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 1: open MEDDICC card, rate R/Y/G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$10k+ deal: EB booked before pricing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technical call: written prep brief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Friday: disqualify anything 60d+ with no next step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MEDDICC Targets — Per Active Deal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major open deal · the red-to-fix dimension · the July action. Plus two loss autopsies carried from June.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75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2377440"/>
                <a:gridCol w="452628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Weakest 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legal/DPA — drive to signature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narrative + ROI on the POV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Soccer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next step or re-date / disqualify (overdue 5/28)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Shubert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 conversation before pricing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Multi-thread / champion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BlueDoor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(urgency)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Quantify or disqualify by day-60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(autopsy)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$40k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1-pager: the ~10-month stale death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(autopsy)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$12k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1-pager: the SNO deal that never got an 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8640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5040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deals that win (Scotiabank, AMBSE eventually) get multi-threaded and driven; the deals that lose (Unilever, AdRoll, AMN) sit until they die.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lesson, third month — July is about not learning it a fourth time.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DIAL DISCIPLINE (ESCALATED)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Now a two-month failure (39 → 0) — block + logged-dial target + weekly review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≥15 dials/day, logged in HubSpot, counted same-day. Non-negotiable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Walk one day's call log in each 1:1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MEDDICC BREADTH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8288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Scotiabank motion on every $10k+ late-stage deal, not just inbound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deal card walked through every weekly 1:1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Day-60 disqualification enforced (Unilever/AdRoll lesson)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840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416052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Day-60 disqualification.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($40k) and AdRoll ($13k) are June's stale deaths — kill zombies before they inflate and then implode the pipe.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Narratives on $10k+ deals · Exec Summaries on top 3 · "sustain, don't sprint" — two motions at once.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an outbound floor under a green June and close big deals again — don't let a green number hide a cold-outbound Q3.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2026-07-08T00:55:40Z</dcterms:created>
  <dcterms:modified xsi:type="dcterms:W3CDTF">2026-07-08T00:55:40Z</dcterms:modified>
</cp:coreProperties>
</file>