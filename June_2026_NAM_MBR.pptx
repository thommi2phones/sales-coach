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$62.0k.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607% coverage · $62.0k weighted (265%)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$141.9k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OUTREACH — HubSpot + Command Center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 Ctr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Enrolled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Reached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Touched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367588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rate 0.6%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HubSpot also: 62 meetings, 0 calls  ·  Tiers: Gold 3 (498) · Bronze 17 (1,115) · Prospect 12 (975)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4224528"/>
            <a:ext cx="53035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3,487 total emails but low-yield — 427 reached, 0.6% reply, 2 replies — skewed to Bronze/Prospect (Gold just 3 accts). Cadence on autopilot; the KAM pivot redirects effort to the Gold base.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$141.9k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$141.9k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Hawk,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$62.0k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607% · 25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$12.5k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~$22,600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$141,900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$141.9k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265% weighted-covered ($62.0k) with $18.8k committed (81%) on the reduced $23.4k quota. New op Hawk ($12.5k, 69%, $8.6k weighted) adds a second $10k+ swing alongside RLE ($10k). Upwork (85%, legal/DPA) is the strongest signal; MEDDICC breadth on RLE, Hawk, HA is the play.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Hawk,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2026-07-08T19:50:29Z</dcterms:created>
  <dcterms:modified xsi:type="dcterms:W3CDTF">2026-07-08T19:50:29Z</dcterms:modified>
</cp:coreProperties>
</file>