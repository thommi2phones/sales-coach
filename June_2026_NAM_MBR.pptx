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The book restructured mid-month — cold outbound deprioritized, focus shifting to the installed base. The May plan's dial + MEDDICC-breadth targets were overtaken by the KAM transition now underway.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1148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1148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0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0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0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11480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2026 — The Recovery, and the Catch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5262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→ 90 → 89 → 103 → 54 → 96.  The pipe-gen arc recovered.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0936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4592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365760" y="502920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5120640"/>
            <a:ext cx="11155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pacing: </a:t>
            </a:r>
            <a:pPr indent="0" marL="0">
              <a:buNone/>
            </a:pPr>
            <a:r>
              <a:rPr lang="en-US" sz="14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in, revenue is at ~96% of cumulative quota — April (37%) is the only real dent, offset by three months over 100%. 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is solid heading into the KAM transition; H2 is about converting the gold book to close the gap.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457% coverage · $46.1k weighted (197%)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$106.9k open with MEDDICC discipline on every $10k+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ACTIVITY BASELINE (HubSpot / Command Center)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inbound + customer load (~2.8/day)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logged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still the primary written channel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Lighter — top-of-list enrollment slowed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 deprioritized — intentional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3794760"/>
            <a:ext cx="5303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ran on inbound demand + expansion — meetings healthy, cold outbound at zero by design. In the KAM motion that is the point: the KPI shifts from dials to account coverage, retention, and expansion pipeline.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$106.9k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KAM Activity Plan — Working the Book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motion replaces cold-outbound targets with book coverage. 22 working days in July (Jul 3 holiday). The measure this month is the Gold base mapped, planned, and touched — not dials.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75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1463040"/>
                <a:gridCol w="5532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 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(avg)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accounts reviewed &amp; tiered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the full Gold base at least once — health, spend, whitespace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plans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Gold accounts first (biggest ARR / nearest renewals)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meetings / QBRs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+ expansion conversations across the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 / renewal ops surfaced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Whitespace + renewal timing (e.g. Hawaiian Airlines $20k)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pipeline advanced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discipline on every $10k+ open deal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Deprioritized in the KAM motion — not a July 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month-end bar: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Gold account touched and tiered, the top accounts with a written plan, and a named path to H2 quota.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calls.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$46.1k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457% · 22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Sales Ops reopen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~$15,800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$106.9k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197% weighted-covered with $18.8k already committed (81%) on the reduced $23.4k quota — coverage is not the risk. A no-anchor portfolio (largest weighted RLE $10k) converts on MEDDICC breadth; Upwork (85%, legal/DPA) is the strongest signal. Kraken pending Sales Ops; HubSpot|MCP moved to Aug.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/ Account Plan — Hawaiian Airlines (Gold)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marquee Gold-account plan. The other open ops are smaller (Growth/MCP $2–5k) and run on the standard cadence — no standalone plan needed.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45720" cy="4023360"/>
          </a:xfrm>
          <a:prstGeom prst="rect">
            <a:avLst/>
          </a:prstGeom>
          <a:solidFill>
            <a:srgbClr val="FDCB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SNAPSHOT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· established, expanding customer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+ DWH (managed ingestion + data warehouse)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base: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$40k SNO (2023) + $20k MIC+DWH (won 2025) — proven, renewing account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op: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MIC+DWH renewal · Q3 2027 · 40% · created 9/2025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600200"/>
            <a:ext cx="45720" cy="402336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— RETAIN + EXPAND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Retain: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$20k Q3-2027 renewal early — map decision process + value realized before it hits the danger zone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Expand: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DWH growth, added sources / seats — the June expansion template (BRP, Tracer) applied here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Multi-thread: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 + technical / data-eng stakeholders, not one champion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QBR: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review — quantify ingestion / warehouse ROI delivered to date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600200"/>
            <a:ext cx="45720" cy="402336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+ NEXT STEPS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confirm the economic buyer for the 2027 renewal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etrics — quantify data value delivered (usage, time saved)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ecision Process — map the renewal approval path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hampion — confirm + coach the internal advocate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QBR (Jul) · account plan doc (Jul) · renewal strategy locked by Q1 2027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5385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70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template: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the renewal, expand the base, multi-thread the account. Hawaiian is the model — the rest of the Gold book gets the same treatment through July.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/ Leave-Behind — MEDDICC Proven on Scotiabank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6187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 proved MEDDICC converts flagship deals. June forgot it —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died stale, unqualified, or without an EB. The July job is breadth: run the exact Scotiabank motion on every $10k+ deal, not just whatever inbound sends.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48840"/>
            <a:ext cx="45720" cy="3840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WON SCOTIABANK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conomic Buyer — engaged + decision path live through signature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multi-thread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engineering org, not just champion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 Process — security/DR docs early, confirmed received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brief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technical call — objections anticipated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2148840"/>
            <a:ext cx="45720" cy="3840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LOST JUNE'S $10k+ DEALS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EB motion ran (AMN — sat live for months)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~10–12 month stale deaths, no next step (Unilever, AdRoll)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Died unqualified in ~10 days (Celebrands)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disqualification rule not enforced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148840"/>
            <a:ext cx="45720" cy="384048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OPERATING RHYTHM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 1: open MEDDICC card, rate R/Y/G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$10k+ deal: EB booked before pricing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technical call: written prep brief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Friday: disqualify anything 60d+ with no next step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8288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Upwork, HA)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840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416052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2026-07-08T02:18:03Z</dcterms:created>
  <dcterms:modified xsi:type="dcterms:W3CDTF">2026-07-08T02:18:03Z</dcterms:modified>
</cp:coreProperties>
</file>