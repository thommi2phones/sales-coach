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MIT #1 Restart the dial engine — SUPERSEDED BY A BOOK CHANGE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 the entire book shifted and the motion changed. Cold outbound / TOFU became non-critical — effort outside the Bronze base was futile as the role moved. Calls went 39 → 0, but that is a deprioritization, not a miss — these metrics don't really count this month.
</a:t>
            </a:r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MIT #2 MEDDICC on $10k+ — TOOK HOLD IN CALL PREP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Prep blocks became genuinely useful for framing MEDDICC-based discovery questions — the questioning discipline that now carries into the account motion. Full breadth across every $10k+ deal didn't land, but the habit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healthy — on breadth (11 wins ≤$4.9k), one carryover (AMBSE $10k), inbound demos and expansion. The expansion motion is the tell for what comes next.
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motion changed underneath the plan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restructured mid-month — cold outbound deprioritized, focus shifting to the installed base. The May plan's dial + MEDDICC-breadth targets were overtaken by the KAM transition now underway.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held revenue at 87% and recovered pipe-gen — and mid-month the book and role changed, retiring the outbound motion the May plan was built on.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transition month: a new KAM book, not a dial sprint.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983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983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Outbound wound down with the book change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39 → 0 as cold TOFU was deprioritized. Not a miss, but the KAM motion still needs its own activity rhythm.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Big deals still leaked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deals that reached a close were mostly overdue / dead ops that never got the full motion. Don't carry zombies into the new book.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hygiene not enforced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deals inflated pipe, then died. Clean the book on day one of the KAM transition.
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Small-deal breadth won't scale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of ≤$5k deals hit 87%, but the gold base is where the real ACV lives.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9834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is the durable engine: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BRP, Tracer, YMCA, Promega, CFG all grew inside the installed base — the exact motion the new KAM book is built to run.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questioning took hold: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Prep sharpened discovery on live deals — a habit to carry into account planning.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lesson still stands: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deals convert only with the full EB / multi-thread motion (Scotiabank proof) — now aimed at the gold base.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Pace &amp; the Pipe → Revenue Correlation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 — ALL MONTHS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$43,667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(Jan–Jun)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$252,919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pace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5760" y="4114800"/>
            <a:ext cx="54864" cy="22402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→ REVENUE: WHAT WE'RE ACTUALLY TRACKING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526280"/>
            <a:ext cx="53035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is weak at every lag 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= 0.01–0.28, 18 mo)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pipeline is lumpy, no clean fixed lead time.
</a:t>
            </a:r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ratio: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~29% of trailing-3-mo pipe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converts to revenue.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pipe-gen % is a loose predictor — expansion + renewal timing (the KAM motion) moves revenue more than raw new-pipe volume.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17920" y="4114800"/>
            <a:ext cx="54864" cy="22402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ATTAINMENT — JUL → OCT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 Rev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$23.4k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$18.8k conf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400800" y="587044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= confirmed FC ($18.8k, 81%) + weighted upside to $62.0k. Aug–Oct = H1 run-rate (~$40k) with 2025 seasonality applied — Sep/Oct are historically the strongest months (both ~$63k in 2025); Aug a summer lull. H2 paces above quota if the KAM book's renewals + expansion convert.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~$81k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· mostly stale/dead 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−$40k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 — overdue / dead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never reached it; no EB. A dead op, not a live-deal loss.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that closed lost were mostly overdue / dead ops (Unilever, AdRoll, AMN) that never got the full motion — not live deals fumbled. (Celebrands excluded — ~$1k closed, split across two ops.)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job: give the gold base the Scotiabank-grade motion so the real ACV converts.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 — Get a Handle on the New KAM Book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1475720" cy="1051560"/>
          </a:xfrm>
          <a:prstGeom prst="roundRect">
            <a:avLst>
              <a:gd name="adj" fmla="val 8696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1109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is changing.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reverting from the all-bound AE motion (one AE owns inbound + outbound + expansion) back to the 2024 customer-growth model I led. I move from manager to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Account Manager (KAM)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brand side — owning a defined book of accounts, not chasing net-new cold.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11475720" cy="2880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468880"/>
            <a:ext cx="73152" cy="288036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9748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249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BOOK &amp; BUILD THE PATH TO QUOTA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429000"/>
            <a:ext cx="1088136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 Gold accounts + ~70 Scaled / Bronze = ~145 accounts. 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of July is understanding this book cold and finding where the opportunity is to make quota for the rest of the year.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Map &amp; tier the Gold base — health, spend, whitespace, renewal timing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account plans for the top Gold accounts (biggest ARR / nearest renewals first)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Surface expansion + renewal opportunity — e.g. Hawaiian Airlines $20k MIC+DWH renewal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Identify the 2–3 plays with the clearest path to revenue in H2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cold-call focus — the motion is retain, deepen, and expand the installed 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596128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MIT this month.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ramp: success is a clear, tiered book strategy and coverage of the Gold base — not an activity or dial count. Get the book right and H2 quota has a plan behind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Plan — KAM Book &amp; Path to Quota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&amp; THE 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(reduced; full $46,750 resumes Aug)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book: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accounts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+ 70 Scaled/Bronze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July pipe: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607% coverage · $62.0k weighted (265%)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July math is </a:t>
            </a:r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cold-funnel throughput — cover the Gold base and surface the expansion/renewal that funds H2 quota.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H2 QUOTA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Retain the renewals in the book (e.g. Hawaiian Airlines $20k)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installed base — June's expansion wins (BRP, Tracer, YMCA)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 the $141.9k open with MEDDICC discipline on every $10k+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ACTIVITY BASELINE (HubSpot / Command Center)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31520"/>
                <a:gridCol w="3017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inbound + customer load (~2.8/day)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logged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still the primary written channel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Lighter — top-of-list enrollment slowed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/ dials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dials deprioritized — intentional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4160520"/>
            <a:ext cx="53035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ran on inbound demand + expansion — meetings healthy, cold outbound at zero by design. In the KAM motion that is the point: the KPI shifts from dials to account coverage, retention, and expansion pipeline.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top-down funnel math (quota → pipe → dials) retires with the AE motion.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math is 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accounts mapped and planned, expansion/renewal surfaced, the $141.9k open converted.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Ramp — Spread Across July &amp; August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~145 accounts and building account plans is a two-month job, not one. Split the ramp: July to learn &amp; cover, August to plan &amp; drive. Book coverage is the metric — not dials.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73152" cy="370332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— LEARN &amp; COVER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Tier all 75 Gold accounts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health, spend, whitespace, renewal timing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First-pass coverage touch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Gold base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Triage every dated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(Hawaiian $20k Q3'27, etc.) — no surprises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the book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day-60 disqualification sweep on inherited pipe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Close the confirmed July FC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($18.8k)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00200"/>
            <a:ext cx="73152" cy="370332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— PLAN &amp; DRIVE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top ~25 Gold accounts (ARR + renewals first)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 QBRs / value reviews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quantify ROI delivered to date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Drive expansion +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ops surfaced in July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 the open $141.9k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MEDDICC on every $10k+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 the named path to H2 quota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2-month bar: 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end of August — every Gold account tiered with a plan, renewals triaged, expansion in motion, and a named path to H2 quota.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 is the metric — not dials.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Work the Book — Weekly KAM Rhythm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rhythm shifts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cold-dial cadence to a book-management operating system — a repeatable week for covering the Gold base, advancing renewals + expansion, and keeping the book clean. Same discipline the Reclaim blocks built, pointed at the installed base.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book review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Gold accounts by ARR, renewal timing, and whitespace; set the week's target accounts and the plays to run.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planning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update account plans for top Gold accounts — stakeholders, value realized, expansion paths.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51129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conversations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2–3 mtgs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85616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QBRs, check-ins, and expansion discovery across the book — retention + growth, not net-new cold.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16966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advancement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45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43984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on every $10k+ open op (RLE, Hawk, Upwork, HA) — EB, next step, drive it forward.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82803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watch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30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0235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upcoming renewals (e.g. Hawaiian Airlines $20k, Q3 2027) — no surprise churn, plan each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4864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sweep; update MEDDICC cards on every open op; keep the book clean.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 &amp; Pipeline — Command Center · Jul 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$23.4k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$46.75k resumes Aug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82696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419856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19856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quota · 4 committed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99632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336792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$62.0k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6792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265% of quota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16568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53728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53728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607% · 25 July-close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75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188720"/>
                <a:gridCol w="2331720"/>
                <a:gridCol w="118872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Hawk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$12.5k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 ·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~$22,600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$141,900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5257800"/>
            <a:ext cx="11475720" cy="45720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53035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(not in the $141.9k July-close):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 — re-date or disqualify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2308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265% weighted-covered ($62.0k) with $18.8k committed (81%) on the reduced $23.4k quota. New op Hawk ($12.5k, 69%, $8.6k weighted) adds a second $10k+ swing alongside RLE ($10k). Upwork (85%, legal/DPA) is the strongest signal; MEDDICC breadth on RLE, Hawk, HA is the play.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RAMP INTO THE KAM MOTION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the new book cold — 75 Gold + 70 Scaled/Bronze (~145 accounts)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 for the top Gold accounts — ARR + renewal-timing first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 the path to full-year quota from the installed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RETAIN &amp; EXPAND THE 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Renewals first — Hawaiian Airlines $20k (Q3 2027) and every dated renewal, planned early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June-proven way — BRP, Tracer, YMCA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MEDDICC discipline on the open $10k+ ops (RLE, Hawk, Upwork, HA)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the motion change.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all-bound AE model to KAM (the 2024 customer-growth motion). July is a ramp, not a sprint — the deliverable is a book strategy, not an activity count.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questioning habit from Call Prep, and day-60 hygiene to clean the book on entry (no inherited zombies).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book right — a tiered Gold-base strategy with a named path to H2 quota. Coverage, not dials.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2026-07-08T18:57:29Z</dcterms:created>
  <dcterms:modified xsi:type="dcterms:W3CDTF">2026-07-08T18:57:29Z</dcterms:modified>
</cp:coreProperties>
</file>