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NAM MBR · Thomas R Lindsey · 07.08.2026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424160" y="6537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SUPERMETRICS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NAM MBR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R Lindsey  ·  07.08.2026  ·  Supermetrics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607040" cy="502920"/>
          </a:xfrm>
          <a:prstGeom prst="roundRect">
            <a:avLst>
              <a:gd name="adj" fmla="val 49091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3159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held 87% — 2nd straight month  ·  pipe-gen recovered ~96%  ·  but 0 logged dials &amp; every $10k+ deal closed lost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Overview — Held the Line, Showed the Cracks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GOALS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55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REVENUE (LAST MONTH)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$40,379 / 86%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revenue month in some time · Scotiabank $35k anchor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55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ACTUAL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$40,605 / 87%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straight strong month · but AMBSE $10k + 11 deals ≤$4.9k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GOALS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73152" cy="13716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758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PIPELINE CREATED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~$101,000 / ~54%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deals · ~$5k avg ACV · calls collapsed to 39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56616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6758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PIPELINE CREATED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~$179,000 / ~96%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4652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deals · ~$7.8k avg · recovered — but inbound/expansion, 0 dials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166360"/>
            <a:ext cx="11475720" cy="1188720"/>
          </a:xfrm>
          <a:prstGeom prst="roundRect">
            <a:avLst>
              <a:gd name="adj" fmla="val 7692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57800"/>
            <a:ext cx="11109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scorecard June is the "both engines on" month — revenue held 87% for a second straight month, pipe-gen recovered to ~96%. Underneath it is fragile: the number came from breadth + inbound + one carryover, </a:t>
            </a:r>
            <a:pPr indent="0" marL="0">
              <a:buNone/>
            </a:pPr>
            <a:r>
              <a:rPr lang="en-US" sz="13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$10k+ deal that closed, closed lost, and it was delivered on ZERO logged dials.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Plan — How It Played Out in June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3657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MITs (FROM MAY PLAN)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MIT #1 Restart the dial engine — SUPERSEDED BY A BOOK CHANGE
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the entire book shifted and the motion changed. Cold outbound / TOFU became non-critical — effort outside the Bronze base was futile as the role moved. Calls went 39 → 0, but that is a deprioritization, not a miss — these metrics don't really count this month.
</a:t>
            </a:r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 #2 MEDDICC on $10k+ — TOOK HOLD IN CALL PREP
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Prep blocks became genuinely useful for framing MEDDICC-based discovery questions — the questioning discipline that now carries into the account motion. Full breadth across every $10k+ deal didn't land, but the habit did.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669280" cy="3657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INSTEAD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Revenue held 87% + pipe-gen recovered ~96%
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healthy — on breadth (11 wins ≤$4.9k), one carryover (AMBSE $10k), inbound demos and expansion. The expansion motion is the tell for what comes next.
</a:t>
            </a:r>
            <a:pPr indent="0" marL="0">
              <a:buNone/>
            </a:pPr>
            <a:r>
              <a:rPr lang="en-US" sz="14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The motion changed underneath the plan
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restructured mid-month — cold outbound deprioritized, focus shifting to the installed base. The May plan's dial + MEDDICC-breadth targets were overtaken by the KAM transition now underway.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5166360"/>
            <a:ext cx="11475720" cy="1188720"/>
          </a:xfrm>
          <a:prstGeom prst="roundRect">
            <a:avLst>
              <a:gd name="adj" fmla="val 7692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57800"/>
            <a:ext cx="11109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read: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held revenue at 87% and recovered pipe-gen — and mid-month the book and role changed, retiring the outbound motion the May plan was built on. </a:t>
            </a:r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a transition month: a new KAM book, not a dial sprint.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703320" cy="49834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498348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WELL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4290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 straight months near quota — 86% → 87%.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 slump is firmly behind; back-to-back is durable.
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Pipe-gen recovered to ~96% — ~$179k / 23 deals / ~$7.8k avg after May's ~54% scare
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AMBSE finally closed ($10k) — the April "main swing" / May carryover is off the board
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Expansion motion working — BRP (300-acct), Tracer, YMCA, Promega, CFG
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Meetings held up (62, up from 54) — inbound demand real and being worked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703320" cy="49834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280160"/>
            <a:ext cx="54864" cy="498348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447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NEED TO IMPROVE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965960"/>
            <a:ext cx="34290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Outbound wound down with the book change —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39 → 0 as cold TOFU was deprioritized. Not a miss, but the KAM motion still needs its own activity rhythm.
</a:t>
            </a:r>
            <a:pPr indent="0" marL="0">
              <a:buNone/>
            </a:pPr>
            <a:r>
              <a:rPr lang="en-US" sz="12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Big deals still leaked —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$10k+ deals that reached a close were mostly overdue / dead ops that never got the full motion. Don't carry zombies into the new book.
</a:t>
            </a:r>
            <a:pPr indent="0" marL="0">
              <a:buNone/>
            </a:pPr>
            <a:r>
              <a:rPr lang="en-US" sz="12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Day-60 hygiene not enforced —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deals inflated pipe, then died. Clean the book on day one of the KAM transition.
</a:t>
            </a:r>
            <a:pPr indent="0" marL="0">
              <a:buNone/>
            </a:pPr>
            <a:r>
              <a:rPr lang="en-US" sz="125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Small-deal breadth won't scale —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of ≤$5k deals hit 87%, but the gold base is where the real ACV lives.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703320" cy="49834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80160"/>
            <a:ext cx="54864" cy="498348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447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DEAL LEARNINGS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1965960"/>
            <a:ext cx="34290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tells the story: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12 wins were ≤$4.9k; the only $10k win (AMBSE) was already on the board.
</a:t>
            </a:r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is the durable engine: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BRP, Tracer, YMCA, Promega, CFG all grew inside the installed base — the exact motion the new KAM book is built to run.
</a:t>
            </a:r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questioning took hold: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Prep sharpened discovery on live deals — a habit to carry into account planning.
</a:t>
            </a:r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$10k+ lesson still stands: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deals convert only with the full EB / multi-thread motion (Scotiabank proof) — now aimed at the gold base.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Pipeline Gen Recap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75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828800"/>
                <a:gridCol w="1463040"/>
                <a:gridCol w="5074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(ERR)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Business (inbound)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Growth/MCP; Shubert $12k, TaxAct $10k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Cross-sell / Upsell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BRP DACT $25k, RLE $20k, WestGate $7.5k, YMCA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DACT new-biz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Tadi $25k, MS Buildon $25k — early, prone to stall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~$179,000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20440"/>
            <a:ext cx="11475720" cy="457200"/>
          </a:xfrm>
          <a:prstGeom prst="rect">
            <a:avLst/>
          </a:prstGeom>
          <a:solidFill>
            <a:srgbClr val="143A2E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566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Goal: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$187,000  </a:t>
            </a:r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~96%</a:t>
            </a:r>
            <a:pPr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recovered from April's 103% dip through May's ~54%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480560"/>
            <a:ext cx="11475720" cy="1554480"/>
          </a:xfrm>
          <a:prstGeom prst="roundRect">
            <a:avLst>
              <a:gd name="adj" fmla="val 5882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572000"/>
            <a:ext cx="11155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~96% is genuinely good and avg ACV is back to ~$7.8k (May: ~$5k). But read where it came from — almost none is outbound-sourced (calls = 0). It's inbound new-business plus expansion (BRP, Tracer, RLE, WestGate, YMCA). Three of the biggest are $25k DACT deals (Tadi, MS Buildon, BRP) — early-stage and, on this account's history, exactly the profile that stalls at Qualification.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is real but not durable or self-generated — the inbound machine working, not the rep prospecting. If inbound softens, there is no outbound floor.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Pace &amp; the Pipe → Revenue Correlation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 % TO GOAL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 TO QUOTA — ALL MONTHS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00200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4630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Quota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$52,590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$43,667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$58,465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$17,213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$40,379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$40,605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(Jan–Jun)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E0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$252,919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E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E0D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114800"/>
            <a:ext cx="5669280" cy="22402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4114800"/>
            <a:ext cx="54864" cy="224028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→ REVENUE: WHAT WE'RE ACTUALLY TRACKING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526280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weak at every lag </a:t>
            </a:r>
            <a:pPr indent="0" marL="0">
              <a:buNone/>
            </a:pPr>
            <a:r>
              <a:rPr lang="en-US" sz="125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= 0.01–0.28, 18 mo)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pipeline is lumpy, no clean fixed lead time.
</a:t>
            </a:r>
            <a:pPr indent="0" marL="0">
              <a:buNone/>
            </a:pPr>
            <a:r>
              <a:rPr lang="en-US" sz="12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ratio: </a:t>
            </a:r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~29% of trailing-3-mo pipe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to revenue.
</a:t>
            </a:r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pipe-gen % is a loose predictor — expansion + renewal timing (the KAM motion) moves revenue more than raw new-pipe volume.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114800"/>
            <a:ext cx="5669280" cy="224028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4114800"/>
            <a:ext cx="54864" cy="224028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0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ATTAINMENT — JUL → OCT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52628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37160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 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$23.4k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$18.8k conf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6400800" y="58704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= confirmed FC ($18.8k, 81%) + weighted upside to $62.0k. Aug–Oct = H1 run-rate (~$40k) with 2025 seasonality applied — Sep/Oct are historically the strongest months (both ~$63k in 2025); Aug a summer lull. H2 paces above quota if the KAM book's renewals + expansion convert.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Closed Deal Execution — The Real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(WON)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$40.6k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to quota · 12 deals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AMBSE · carryover, not new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 (Y1 ACV)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~$81k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deals · mostly stale/dead ops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CLOSED ACTIVITY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8116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8116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minus lost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LOSSES THAT MATTERED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11475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1280160"/>
                <a:gridCol w="34290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ACV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what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Stale-deal deaths (300+ days)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Unilever Prestige ($40k, created 8/2025), AdRoll ($13k, created 6/2025)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~$53,000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~10–12 mo cycles, no real next step. The Industry Dive death, repeated.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$10k+ that never got the motion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AMN ($12k, in the April pipe) — overdue / dead 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MEDDICC breadth never reached it; no EB. A dead op, not a live-deal loss.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/ small cleanup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 One ($6k), Furnished Finder ($4k), Poppy ($2k), PSA ($2k), AHS ($2k)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Long-cycle small deals dispositioned — the healthy part of the number.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65760" y="55321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3A2520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55961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$10k+ that closed lost were mostly overdue / dead ops (Unilever, AdRoll, AMN) that never got the full motion — not live deals fumbled. (Celebrands excluded — ~$1k closed, split across two ops.) </a:t>
            </a:r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KAM job: give the gold base the Scotiabank-grade motion so the real ACV converts.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MIT — Get a Handle on the New KAM Book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1475720" cy="1051560"/>
          </a:xfrm>
          <a:prstGeom prst="roundRect">
            <a:avLst>
              <a:gd name="adj" fmla="val 8696"/>
            </a:avLst>
          </a:prstGeom>
          <a:solidFill>
            <a:srgbClr val="231D3D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11109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 is changing.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reverting from the all-bound AE motion (one AE owns inbound + outbound + expansion) back to the 2024 customer-growth model I led. I move from manager to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 Manager (KAM)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brand side — owning a defined book of accounts, not chasing net-new cold.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11475720" cy="28803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68880"/>
            <a:ext cx="73152" cy="288036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97480"/>
            <a:ext cx="731520" cy="731520"/>
          </a:xfrm>
          <a:prstGeom prst="ellipse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2491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BOOK &amp; BUILD THE PATH TO QUOTA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10881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Gold accounts + ~70 Scaled / Bronze = ~145 accounts. 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of July is understanding this book cold and finding where the opportunity is to make quota for the rest of the year.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Map &amp; tier the Gold base — health, spend, whitespace, renewal timing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account plans for the top Gold accounts (biggest ARR / nearest renewals first)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Surface expansion + renewal opportunity — e.g. Hawaiian Airlines $20k MIC+DWH renewal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Identify the 2–3 plays with the clearest path to revenue in H2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cold-call focus — the motion is retain, deepen, and expand the installed 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55321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13392D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596128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MIT this month.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a ramp: success is a clear, tiered book strategy and coverage of the Gold base — not an activity or dial count. Get the book right and H2 quota has a plan behind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Plan — KAM Book &amp; Path to Quota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&amp; THE MATH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July revenue quota: </a:t>
            </a:r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$23,400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(reduced; full $46,750 resumes Aug)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book: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~145 accounts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75 Gold + 70 Scaled/Bronze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July pipe: </a:t>
            </a:r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$141.9k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607% coverage · $62.0k weighted (265%)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July math is </a:t>
            </a:r>
            <a:pPr indent="0" marL="0">
              <a:buNone/>
            </a:pPr>
            <a:r>
              <a:rPr lang="en-US" sz="13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coverage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cold-funnel throughput — cover the Gold base and surface the expansion/renewal that funds H2 quota.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H2 QUOTA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3035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Retain the renewals in the book (e.g. Hawaiian Airlines $20k)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the installed base — June's expansion wins (BRP, Tracer, YMCA) are the template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the $141.9k open with MEDDICC discipline on every $10k+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66928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OUTREACH — HubSpot + Command Center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 Ctr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 Reached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Touched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 Enrolled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0" y="32004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RATE — WARM (1:1) vs COLD (CADENCE)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0" y="3474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Warm · HubSpot 1:1:  ~30%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93 replies on 313 sent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37673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Cold · CMS cadence:  6% by account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of 32 touched · 0.6% by contact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420624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1:1 replies ~30% vs cold cadence just ~6% of touched accounts (2 of 32). 3,487 emails sent but cold engagement is near-dead — the KAM case for working warm Gold relationships, not cold volume.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5577840"/>
            <a:ext cx="11475720" cy="777240"/>
          </a:xfrm>
          <a:prstGeom prst="roundRect">
            <a:avLst>
              <a:gd name="adj" fmla="val 11765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56509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top-down funnel math (quota → pipe → dials) retires with the AE motion. </a:t>
            </a:r>
            <a:pPr indent="0" marL="0">
              <a:buNone/>
            </a:pPr>
            <a:r>
              <a:rPr lang="en-US" sz="12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July's math is book coverage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75 Gold accounts mapped and planned, expansion/renewal surfaced, the $141.9k open converted.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Ramp — Spread Across July &amp; August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~145 accounts and building account plans is a two-month job, not one. Split the ramp: July to learn &amp; cover, August to plan &amp; drive. Book coverage is the metric — not dials.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669280" cy="37033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73152" cy="370332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— LEARN &amp; COVER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 all 75 Gold accounts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health, spend, whitespace, renewal timing
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First-pass coverage touch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Gold base
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Triage every dated renewal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(Hawaiian $20k Q3'27, etc.) — no surprises
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the book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day-60 disqualification sweep on inherited pipe
</a:t>
            </a:r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 the confirmed July FC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($18.8k)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669280" cy="37033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00200"/>
            <a:ext cx="73152" cy="370332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373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— PLAN &amp; DRIVE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account plans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top ~25 Gold accounts (ARR + renewals first)
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QBRs / value reviews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quantify ROI delivered to date
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 expansion + renewal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ops surfaced in July
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 the open $141.9k</a:t>
            </a:r>
            <a:pPr indent="0" marL="0">
              <a:buNone/>
            </a:pPr>
            <a:r>
              <a:rPr lang="en-US" sz="12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MEDDICC on every $10k+
</a:t>
            </a:r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the named path to H2 quota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5440680"/>
            <a:ext cx="11475720" cy="914400"/>
          </a:xfrm>
          <a:prstGeom prst="roundRect">
            <a:avLst>
              <a:gd name="adj" fmla="val 10000"/>
            </a:avLst>
          </a:prstGeom>
          <a:solidFill>
            <a:srgbClr val="13392D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532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2-month bar: </a:t>
            </a:r>
            <a:pPr indent="0" marL="0">
              <a:buNone/>
            </a:pPr>
            <a:r>
              <a:rPr lang="en-US" sz="12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August — every Gold account tiered with a plan, renewals triaged, expansion in motion, and a named path to H2 quota. </a:t>
            </a:r>
            <a:pPr indent="0" marL="0">
              <a:buNone/>
            </a:pPr>
            <a:r>
              <a:rPr lang="en-US" sz="12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coverage is the metric — not dials.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I'll Work the Book — Weekly KAM Rhythm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231D3D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 shifts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cold-dial cadence to a book-management operating system — a repeatable week for covering the Gold base, advancing renewals + expansion, and keeping the book clean. Same discipline the Reclaim blocks built, pointed at the installed base.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book review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Mondays · 60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Gold accounts by ARR, renewal timing, and whitespace; set the week's target accounts and the plays to run.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85292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planning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AM · 60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2724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update account plans for top Gold accounts — stakeholders, value realized, expansion paths.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51129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conversations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2–3 mtgs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85616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QBRs, check-ins, and expansion discovery across the book — retention + growth, not net-new cold.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16966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advancement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PM · 45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4398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on every $10k+ open op (RLE, Hawk, Upwork, HA) — EB, next step, drive it forward.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watch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30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102352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upcoming renewals (e.g. Hawaiian Airlines $20k, Q3 2027) — no surprise churn, plan each early.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48640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hygiene + MEDDICC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90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Day-60 disqualification sweep; update MEDDICC cards on every open op; keep the book clean.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Forecast &amp; Pipeline — Command Center · Jul 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9601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QUOTA (REDUCED)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$23.4k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$46.75k resumes Aug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2696" y="1234440"/>
            <a:ext cx="2743200" cy="9601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19856" y="14996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$18.8k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9856" y="19568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quota · 4 committed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99632" y="1234440"/>
            <a:ext cx="2743200" cy="9601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36792" y="14996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$62.0k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36792" y="19568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265% of quota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16568" y="1234440"/>
            <a:ext cx="2743200" cy="9601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PIPELINE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253728" y="14996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$141.9k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53728" y="19568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607% · 25 July-close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11475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188720"/>
                <a:gridCol w="2331720"/>
                <a:gridCol w="11887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Ads | $2k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MIC/MCP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· legal/DPA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| $3.5k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Shronk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| $2k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Hawk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| $12.5k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 ·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Agent | $7.5k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 | $20k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 · main swing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(~18)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Growth/MCP/Claude $2-5k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~$22,600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July-close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A2E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65760" y="5257800"/>
            <a:ext cx="11475720" cy="457200"/>
          </a:xfrm>
          <a:prstGeom prst="rect">
            <a:avLst/>
          </a:prstGeom>
          <a:solidFill>
            <a:srgbClr val="3A2520"/>
          </a:solidFill>
          <a:ln w="6350">
            <a:solidFill>
              <a:srgbClr val="E170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53035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/ overdue (not in the $141.9k July-close):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Soccer $40k (overdue 5/28), BlueDoor $10k (overdue 6/25), IA $5k (overdue 5/28) — re-date or disqualify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5806440"/>
            <a:ext cx="11475720" cy="594360"/>
          </a:xfrm>
          <a:prstGeom prst="roundRect">
            <a:avLst>
              <a:gd name="adj" fmla="val 12308"/>
            </a:avLst>
          </a:prstGeom>
          <a:solidFill>
            <a:srgbClr val="143A2E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read: 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opens 265% weighted-covered ($62.0k) with $18.8k committed (81%) on the reduced $23.4k quota. New op Hawk ($12.5k, 69%, $8.6k weighted) adds a second $10k+ swing alongside RLE ($10k). Upwork (85%, legal/DPA) is the strongest signal; MEDDICC breadth on RLE, Hawk, HA is the play.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Focus — July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237744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37744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RAMP INTO THE KAM MOTION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 the new book cold — 75 Gold + 70 Scaled/Bronze (~145 accounts)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account plans for the top Gold accounts — ARR + renewal-timing first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the path to full-year quota from the installed 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669280" cy="237744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73152" cy="237744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447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RETAIN &amp; EXPAND THE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Renewals first — Hawaiian Airlines $20k (Q3 2027) and every dated renewal, planned early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the June-proven way — BRP, Tracer, YMCA are the template
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MEDDICC discipline on the open $10k+ ops (RLE, Hawk, Upwork, HA)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&amp; CARRY-FORWARD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11521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New theme — the motion change. </a:t>
            </a:r>
            <a:pPr indent="0" marL="0">
              <a:buNone/>
            </a:pPr>
            <a:r>
              <a:rPr lang="en-US" sz="13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all-bound AE model to KAM (the 2024 customer-growth motion). July is a ramp, not a sprint — the deliverable is a book strategy, not an activity count.
</a:t>
            </a:r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Carried forward: </a:t>
            </a:r>
            <a:pPr indent="0" marL="0">
              <a:buNone/>
            </a:pPr>
            <a:r>
              <a:rPr lang="en-US" sz="13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MEDDICC questioning habit from Call Prep, and day-60 hygiene to clean the book on entry (no inherited zombies).
</a:t>
            </a:r>
            <a:pPr indent="0" marL="0">
              <a:buNone/>
            </a:pPr>
            <a:r>
              <a:rPr lang="en-US" sz="13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one-line goal: </a:t>
            </a:r>
            <a:pPr indent="0" marL="0">
              <a:buNone/>
            </a:pPr>
            <a:r>
              <a:rPr lang="en-US" sz="13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book right — a tiered Gold-base strategy with a named path to H2 quota. Coverage, not dials.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June 2026 NAM MBR — Thomas R Lindsey</dc:title>
  <dc:subject>PptxGenJS Presentation</dc:subject>
  <dc:creator>Thomas R Lindsey</dc:creator>
  <cp:lastModifiedBy>Thomas R Lindsey</cp:lastModifiedBy>
  <cp:revision>1</cp:revision>
  <dcterms:created xsi:type="dcterms:W3CDTF">2026-07-08T20:01:18Z</dcterms:created>
  <dcterms:modified xsi:type="dcterms:W3CDTF">2026-07-08T20:01:18Z</dcterms:modified>
</cp:coreProperties>
</file>